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29204652b2a4af7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h29204652b2a4af7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h29204652b2a4af7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h29204652b2a4af7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h29204652b2a4af7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h29204652b2a4af7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h29204652b2a4af7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h29204652b2a4af7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29204652b2a4af7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h29204652b2a4af7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ChatGPT Image Sep 22, 2026 at 03_38_13 PM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5" y="-130500"/>
            <a:ext cx="9139152" cy="5273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 title="ChatGPT Image Sep 22, 2026 at 03_38_15 PM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 title="ChatGPT Image Sep 22, 2026 at 03_38_17 PM-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 title="ChatGPT Image Sep 22, 2026 at 03_38_19 PM-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 title="ChatGPT Image Sep 22, 2026 at 03_38_25 PM-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 title="ChatGPT Image Sep 22, 2026 at 03_38_27 PM-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